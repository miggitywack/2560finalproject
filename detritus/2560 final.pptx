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B Garamond"/>
      <p:regular r:id="rId21"/>
      <p:bold r:id="rId22"/>
      <p:italic r:id="rId23"/>
      <p:boldItalic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BGaramond-bold.fntdata"/><Relationship Id="rId21" Type="http://schemas.openxmlformats.org/officeDocument/2006/relationships/font" Target="fonts/EBGaramond-regular.fntdata"/><Relationship Id="rId24" Type="http://schemas.openxmlformats.org/officeDocument/2006/relationships/font" Target="fonts/EBGaramond-boldItalic.fntdata"/><Relationship Id="rId23" Type="http://schemas.openxmlformats.org/officeDocument/2006/relationships/font" Target="fonts/EBGaramon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fa8aca01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fa8aca01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b710938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b710938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fa8aca018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fa8aca018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fa8aca018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fa8aca018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b7109384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b7109384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b7109384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b7109384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b7109384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b710938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7109384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b7109384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075daf8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075daf8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b7109384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b7109384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b7109384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b7109384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fa8aca018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fa8aca018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Troy -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fa8aca018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fa8aca018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fa8aca018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fa8aca018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90200" y="588000"/>
            <a:ext cx="5976300" cy="198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swald"/>
                <a:ea typeface="Oswald"/>
                <a:cs typeface="Oswald"/>
                <a:sym typeface="Oswald"/>
              </a:rPr>
              <a:t>Ranked Game ELO System</a:t>
            </a:r>
            <a:endParaRPr sz="4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33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swald"/>
                <a:ea typeface="Oswald"/>
                <a:cs typeface="Oswald"/>
                <a:sym typeface="Oswald"/>
              </a:rPr>
              <a:t>Team Members:</a:t>
            </a:r>
            <a:r>
              <a:rPr lang="en" sz="1400">
                <a:latin typeface="Oswald"/>
                <a:ea typeface="Oswald"/>
                <a:cs typeface="Oswald"/>
                <a:sym typeface="Oswald"/>
              </a:rPr>
              <a:t> Jaden Mack and Troy Hutchinson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36275"/>
            <a:ext cx="479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Introduction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008975"/>
            <a:ext cx="7349700" cy="3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project was made to try and create a dynamic tournament ranking and MMR system. The system tracks player performance and makes adjustments in real time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goals were to have real time ranking updates, have a player search, have data storage with a text file that can be imported and exported, and the integration of a Qt-based GUI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goal was to make something lightweight and versatile, able to track scores between tournaments, and user-friendly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36275"/>
            <a:ext cx="479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Literature Review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77850" y="1048200"/>
            <a:ext cx="74472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Some ranking systems that are already in use today are the Elo Rating System (Chess) and the Glicko Rating System (Fighting Games)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model uses the Bradley-Terry Model to predict the odds of any incoming match, and then a modified Glicko system for the score calibration.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4525" y="2732675"/>
            <a:ext cx="5499650" cy="24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36275"/>
            <a:ext cx="850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Code Structure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08300" cy="31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Uses nested classes to manage players and tournaments.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Implements quicksort to rank players efficiently (O(n log n) complexity).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Integrates a Qt-based GUI to: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 players with scores.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Report matches dynamically.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Manage rankings in real time.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817200" y="436275"/>
            <a:ext cx="79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Methodology - Basic Components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036025" y="1121325"/>
            <a:ext cx="71544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core components of the program are: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- Player management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	Being able to add and manage players within the tournament, such as tracking games played and setting initial player scores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- Match Reporting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	Re-calibrating two players scores after a game and recording the outcome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- Score Calibration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	A</a:t>
            </a:r>
            <a:r>
              <a:rPr lang="en" sz="1500">
                <a:solidFill>
                  <a:schemeClr val="dk1"/>
                </a:solidFill>
              </a:rPr>
              <a:t>djusting rankings based on score differences and experience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817200" y="436275"/>
            <a:ext cx="79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Methodology - Algorithm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1036025" y="1121325"/>
            <a:ext cx="68622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Two of our key functions include calibrateScore and reportMatch.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calibrateScore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Adjusts scores dynamically from 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Players performance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Ratio of total games played to games won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Players skill levels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Odds of the outcome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reportMatch updates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Player records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Player scores (through calibrate function above)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Methodology - Algorithm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1258"/>
            <a:ext cx="9144000" cy="703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50328"/>
            <a:ext cx="9144000" cy="193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817200" y="436275"/>
            <a:ext cx="79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Methodology - Time Complexity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1036025" y="1121325"/>
            <a:ext cx="77481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calibrate_score - O(1) (constant time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reportMatch - O(1) (constant time)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Player Search - O(n) for linear search through players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Sorting by Score - O(n log n) for sorting the leaderboard (quicksort)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817200" y="436275"/>
            <a:ext cx="79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Methodology - Data Storage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1036025" y="1121325"/>
            <a:ext cx="77481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main data structures used are vectors and classes, used to dynamically store values assigned to players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Vectors are used over linked lists to allow for ease of search and simplicity, with all of the players being referenced through a list of names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These names are used to call functions from the class for individual players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Analysis and Results - Console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1258"/>
            <a:ext cx="9144000" cy="70338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255950" y="1145700"/>
            <a:ext cx="87876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following are the results as seen in the console, with the original code: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50" y="1913575"/>
            <a:ext cx="3902726" cy="8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575" y="1797175"/>
            <a:ext cx="1451685" cy="11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7650" y="2084887"/>
            <a:ext cx="2310882" cy="9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5325" y="2933013"/>
            <a:ext cx="3304561" cy="6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15600" y="3621053"/>
            <a:ext cx="317383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83850" y="3281375"/>
            <a:ext cx="1420689" cy="97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Analysis and Results - QT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1258"/>
            <a:ext cx="9144000" cy="70338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55950" y="1145700"/>
            <a:ext cx="87876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When imported to QT, import/export functionality was stripped due to time crunch, though the basic functionality and algorithm still work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2172400"/>
            <a:ext cx="500062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Discussion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1258"/>
            <a:ext cx="9144000" cy="70338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255950" y="1145700"/>
            <a:ext cx="87876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New System is much more heavily reliant on existing skill gaps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Return diminishes quickly at first and settles to a reasonable level after a few games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Struggles with self-limiting in long sets with great skill disparity and upsets, though these should be outliers (new player crushes existing good player)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Versatile reporting helps for more intricate scoring, needed in sports like martial arts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36275"/>
            <a:ext cx="79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Conclusion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311700" y="1008975"/>
            <a:ext cx="77481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system developed, while different only in mathematical calculation of scores, does a great job of </a:t>
            </a:r>
            <a:r>
              <a:rPr lang="en" sz="1800">
                <a:solidFill>
                  <a:schemeClr val="dk1"/>
                </a:solidFill>
              </a:rPr>
              <a:t>mimicking</a:t>
            </a:r>
            <a:r>
              <a:rPr lang="en" sz="1800">
                <a:solidFill>
                  <a:schemeClr val="dk1"/>
                </a:solidFill>
              </a:rPr>
              <a:t> old systems while fixing some of their oversights. In the future, adding in the file import/export from the original C++ would help to make it more fluid, allowing for use in larger systems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Additionally, adding in the ability to display a leaderboard would make for a better packaged product, and it wouldn’t take much more effort due to the scores and players already being sorted.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8451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References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1036025" y="1810500"/>
            <a:ext cx="77481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Godden, Kurt. "Elo to Glicko: Your Rating Explained." Chess.com, 2009, https://www.chess.com/blog/kurtgodden/elo-to-glicko-your-rating-explained.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"C++ Standard Library." cppreference.com, 2024, https://en.cppreference.com/w/cpp/standard_library.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"Error Handling During File Operations in C/C++." GeeksforGeeks, 2023, https://www.geeksforgeeks.org/error-handling-during-file-operations-in-c-c/.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"C++ Standard Library Reference." Microsoft Learn, 2022, https://learn.microsoft.com/en-us/cpp/standard-library/cpp-standard-library-reference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Huff, Connor. "MTH 406 Final P resentation: Bradley-Terry Model." YouTube, uploaded by Connor Huff, 4.6 years ago, https://www.youtube.com/watch?v=FJkwQIR2Vw0.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/>
        </p:nvSpPr>
        <p:spPr>
          <a:xfrm>
            <a:off x="459025" y="1777175"/>
            <a:ext cx="81078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Q&amp;A</a:t>
            </a:r>
            <a:endParaRPr sz="48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